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76" r:id="rId8"/>
    <p:sldId id="262" r:id="rId9"/>
    <p:sldId id="263" r:id="rId10"/>
    <p:sldId id="264" r:id="rId11"/>
    <p:sldId id="265" r:id="rId12"/>
    <p:sldId id="277" r:id="rId13"/>
    <p:sldId id="266" r:id="rId14"/>
    <p:sldId id="272" r:id="rId15"/>
    <p:sldId id="273" r:id="rId16"/>
    <p:sldId id="27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7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flip="none" rotWithShape="1">
          <a:gsLst>
            <a:gs pos="0">
              <a:srgbClr val="B1DDFF"/>
            </a:gs>
            <a:gs pos="100000">
              <a:srgbClr val="B1DDFF">
                <a:lumMod val="64000"/>
                <a:lumOff val="36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12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68300" ty="203200" sx="64000" sy="64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0D32AFB9-7526-4FCA-973F-722F82C34F8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9546F62-7CD2-4714-BF83-A6C9D57B4C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435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AFB9-7526-4FCA-973F-722F82C34F8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46F62-7CD2-4714-BF83-A6C9D57B4C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065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bg2">
                <a:tint val="80000"/>
                <a:shade val="100000"/>
                <a:satMod val="300000"/>
              </a:schemeClr>
            </a:gs>
            <a:gs pos="100000">
              <a:srgbClr val="B1DDFF">
                <a:lumMod val="64000"/>
                <a:lumOff val="36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12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68300" ty="203200" sx="64000" sy="64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bg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D32AFB9-7526-4FCA-973F-722F82C34F8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9546F62-7CD2-4714-BF83-A6C9D57B4C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7290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AFB9-7526-4FCA-973F-722F82C34F8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46F62-7CD2-4714-BF83-A6C9D57B4C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653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AFB9-7526-4FCA-973F-722F82C34F8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46F62-7CD2-4714-BF83-A6C9D57B4C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390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AFB9-7526-4FCA-973F-722F82C34F8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46F62-7CD2-4714-BF83-A6C9D57B4C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992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AFB9-7526-4FCA-973F-722F82C34F8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46F62-7CD2-4714-BF83-A6C9D57B4C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202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AFB9-7526-4FCA-973F-722F82C34F8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9546F62-7CD2-4714-BF83-A6C9D57B4C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895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rgbClr val="969696"/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ffectLst>
                  <a:outerShdw blurRad="12700" dist="381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0D32AFB9-7526-4FCA-973F-722F82C34F8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lang="en-US" sz="1000" kern="12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12700" dist="381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9546F62-7CD2-4714-BF83-A6C9D57B4C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752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AFB9-7526-4FCA-973F-722F82C34F8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46F62-7CD2-4714-BF83-A6C9D57B4C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824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AFB9-7526-4FCA-973F-722F82C34F8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46F62-7CD2-4714-BF83-A6C9D57B4C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457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D32AFB9-7526-4FCA-973F-722F82C34F8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14667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9546F62-7CD2-4714-BF83-A6C9D57B4CBA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6251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C29D8-F9EF-ACE6-B47A-7D32952C77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1708" y="1903227"/>
            <a:ext cx="9068586" cy="4136066"/>
          </a:xfrm>
        </p:spPr>
        <p:txBody>
          <a:bodyPr/>
          <a:lstStyle/>
          <a:p>
            <a:r>
              <a:rPr lang="en-US" sz="2800" b="1" dirty="0"/>
              <a:t>Inter-Process Communication Using Pipe and Message Queue</a:t>
            </a:r>
            <a:br>
              <a:rPr lang="en-US" sz="2800" b="1" dirty="0"/>
            </a:br>
            <a:br>
              <a:rPr lang="en-US" sz="2800" dirty="0"/>
            </a:br>
            <a:br>
              <a:rPr lang="en-US" sz="2800" dirty="0"/>
            </a:br>
            <a:endParaRPr lang="en-IN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E176CC-C8DD-2671-E0A4-C8466A6DD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91378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A4690-5FEE-788F-3E6B-9E62BE05B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F582B-9AEA-0395-AF21-38327E928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To implement IPC using Pipe.</a:t>
            </a:r>
          </a:p>
          <a:p>
            <a:endParaRPr lang="en-US" sz="2400" dirty="0"/>
          </a:p>
          <a:p>
            <a:r>
              <a:rPr lang="en-US" sz="2400" dirty="0"/>
              <a:t>To implement IPC using Message Queue.</a:t>
            </a:r>
          </a:p>
          <a:p>
            <a:endParaRPr lang="en-US" sz="2400" dirty="0"/>
          </a:p>
          <a:p>
            <a:r>
              <a:rPr lang="en-US" sz="2400" dirty="0"/>
              <a:t>To evaluate data exchange between processes.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0451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B638C-018C-48FE-ACB8-AD78E9DCB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3"/>
            <a:ext cx="10058400" cy="792801"/>
          </a:xfrm>
        </p:spPr>
        <p:txBody>
          <a:bodyPr>
            <a:normAutofit fontScale="90000"/>
          </a:bodyPr>
          <a:lstStyle/>
          <a:p>
            <a:r>
              <a:rPr lang="en-US" dirty="0"/>
              <a:t>Inter-Process Communication (IPC)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0C0F7-DDB3-3DF5-0F37-477182DC6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552352"/>
            <a:ext cx="10251688" cy="4663055"/>
          </a:xfrm>
        </p:spPr>
        <p:txBody>
          <a:bodyPr/>
          <a:lstStyle/>
          <a:p>
            <a:r>
              <a:rPr lang="en-US" sz="2000" dirty="0"/>
              <a:t>Inter-Process Communication (IPC) allows processes to communicate and share data.</a:t>
            </a:r>
          </a:p>
          <a:p>
            <a:r>
              <a:rPr lang="en-US" sz="2000" dirty="0"/>
              <a:t>IPC is required when:</a:t>
            </a:r>
            <a:br>
              <a:rPr lang="en-US" sz="2000" dirty="0"/>
            </a:br>
            <a:r>
              <a:rPr lang="en-US" sz="2000" dirty="0"/>
              <a:t>• Multiple processes need to cooperate</a:t>
            </a:r>
            <a:br>
              <a:rPr lang="en-US" sz="2000" dirty="0"/>
            </a:br>
            <a:r>
              <a:rPr lang="en-US" sz="2000" dirty="0"/>
              <a:t>• Data sharing is required</a:t>
            </a:r>
            <a:br>
              <a:rPr lang="en-US" sz="2000" dirty="0"/>
            </a:br>
            <a:r>
              <a:rPr lang="en-US" sz="2000" dirty="0"/>
              <a:t>• Synchronization is needed</a:t>
            </a:r>
          </a:p>
          <a:p>
            <a:r>
              <a:rPr lang="en-US" sz="2000" dirty="0"/>
              <a:t>Common IPC mechanisms include:</a:t>
            </a:r>
            <a:br>
              <a:rPr lang="en-US" sz="2000" dirty="0"/>
            </a:br>
            <a:r>
              <a:rPr lang="en-US" sz="2000" dirty="0"/>
              <a:t>• Pipe</a:t>
            </a:r>
            <a:br>
              <a:rPr lang="en-US" sz="2000" dirty="0"/>
            </a:br>
            <a:r>
              <a:rPr lang="en-US" sz="2000" dirty="0"/>
              <a:t>• Message Queue</a:t>
            </a:r>
            <a:br>
              <a:rPr lang="en-US" sz="2000" dirty="0"/>
            </a:br>
            <a:r>
              <a:rPr lang="en-US" sz="2000" dirty="0"/>
              <a:t>• Shared Memory</a:t>
            </a:r>
            <a:br>
              <a:rPr lang="en-US" sz="2000" dirty="0"/>
            </a:br>
            <a:r>
              <a:rPr lang="en-US" sz="2000" dirty="0"/>
              <a:t>• Semaphore</a:t>
            </a:r>
          </a:p>
          <a:p>
            <a:r>
              <a:rPr lang="en-US" sz="2000" dirty="0"/>
              <a:t>This project implements Pipe and Message Queue.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2120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3A3B5-FC83-C4FC-77C8-2813CD850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IPC USING PIPE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B91F5-1059-485B-B9CA-4591E20A6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Pipe is a unidirectional communication mechanism.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Characteristics:</a:t>
            </a:r>
          </a:p>
          <a:p>
            <a:pPr marL="0" indent="0">
              <a:buNone/>
            </a:pPr>
            <a:r>
              <a:rPr lang="en-US" sz="2400" dirty="0"/>
              <a:t>• Used between related processes (parent-child)</a:t>
            </a:r>
            <a:br>
              <a:rPr lang="en-US" sz="2400" dirty="0"/>
            </a:br>
            <a:r>
              <a:rPr lang="en-US" sz="2400" dirty="0"/>
              <a:t>• Created using pipe() system call</a:t>
            </a:r>
            <a:br>
              <a:rPr lang="en-US" sz="2400" dirty="0"/>
            </a:br>
            <a:r>
              <a:rPr lang="en-US" sz="2400" dirty="0"/>
              <a:t>• Data flows in one direction</a:t>
            </a:r>
            <a:br>
              <a:rPr lang="en-US" sz="2400" dirty="0"/>
            </a:br>
            <a:r>
              <a:rPr lang="en-US" sz="2400" dirty="0"/>
              <a:t>• Simple and efficient communication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9666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C4464-54E3-0DC4-D897-BCB7396B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PIPE PROBLEM STATEMENT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8C5BCF-A1DD-8FBA-38B8-82DDEEB18F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Evaluate the expression:√(b² − 4ac)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Process Division:</a:t>
                </a:r>
              </a:p>
              <a:p>
                <a:r>
                  <a:rPr lang="en-IN" sz="2400" b="1" dirty="0"/>
                  <a:t>Child Process</a:t>
                </a:r>
              </a:p>
              <a:p>
                <a:pPr lvl="1"/>
                <a:r>
                  <a:rPr lang="en-IN" sz="2000" dirty="0"/>
                  <a:t>Calculates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SA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SA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SA" sz="1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ar-SA" sz="18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SA" sz="18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SA" sz="180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ar-SA" sz="1800" i="1">
                            <a:latin typeface="Cambria Math" panose="02040503050406030204" pitchFamily="18" charset="0"/>
                          </a:rPr>
                          <m:t>𝑎𝑐</m:t>
                        </m:r>
                      </m:e>
                    </m:d>
                  </m:oMath>
                </a14:m>
                <a:endParaRPr lang="ar-SA" sz="2000" dirty="0"/>
              </a:p>
              <a:p>
                <a:pPr lvl="1"/>
                <a:r>
                  <a:rPr lang="en-IN" sz="2000" dirty="0"/>
                  <a:t>Sends the result through pipe</a:t>
                </a:r>
                <a:endParaRPr lang="en-IN" sz="2400" dirty="0"/>
              </a:p>
              <a:p>
                <a:r>
                  <a:rPr lang="en-IN" sz="2400" b="1" dirty="0"/>
                  <a:t>Parent Process</a:t>
                </a:r>
              </a:p>
              <a:p>
                <a:pPr lvl="1"/>
                <a:r>
                  <a:rPr lang="en-IN" sz="2000" dirty="0"/>
                  <a:t>Receives the result</a:t>
                </a:r>
              </a:p>
              <a:p>
                <a:pPr lvl="1"/>
                <a:r>
                  <a:rPr lang="en-IN" sz="2000" dirty="0"/>
                  <a:t>Calculates the square root</a:t>
                </a:r>
              </a:p>
              <a:p>
                <a:pPr lvl="1"/>
                <a:r>
                  <a:rPr lang="en-IN" sz="2000" dirty="0"/>
                  <a:t>Displays the output</a:t>
                </a: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8C5BCF-A1DD-8FBA-38B8-82DDEEB18F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9" t="-12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8428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7F358-29E2-008D-5578-C7F21E485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61508"/>
            <a:ext cx="10058400" cy="1073886"/>
          </a:xfrm>
        </p:spPr>
        <p:txBody>
          <a:bodyPr>
            <a:normAutofit/>
          </a:bodyPr>
          <a:lstStyle/>
          <a:p>
            <a:r>
              <a:rPr lang="en-IN" sz="2800" b="1" dirty="0"/>
              <a:t>      PIPE ALGORITHM AND PIPE SYSTEM CALLS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A8D34-D05E-6146-C551-06A4336D9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07" y="1286540"/>
            <a:ext cx="9813851" cy="490160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ALGORITHM 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Create pipe using pipe().</a:t>
            </a:r>
          </a:p>
          <a:p>
            <a:r>
              <a:rPr lang="en-US" dirty="0"/>
              <a:t>Create child process using fork().</a:t>
            </a:r>
          </a:p>
          <a:p>
            <a:r>
              <a:rPr lang="en-US" dirty="0"/>
              <a:t>Child computes (b² − 4ac).</a:t>
            </a:r>
          </a:p>
          <a:p>
            <a:r>
              <a:rPr lang="en-US" dirty="0"/>
              <a:t>Child sends result using write().</a:t>
            </a:r>
          </a:p>
          <a:p>
            <a:r>
              <a:rPr lang="en-US" dirty="0"/>
              <a:t>Parent reads value using read().</a:t>
            </a:r>
          </a:p>
          <a:p>
            <a:r>
              <a:rPr lang="en-US" dirty="0"/>
              <a:t>Parent calculates square root using sqrt().</a:t>
            </a:r>
          </a:p>
          <a:p>
            <a:r>
              <a:rPr lang="en-US" dirty="0"/>
              <a:t>Display result.</a:t>
            </a:r>
          </a:p>
          <a:p>
            <a:endParaRPr lang="en-IN" dirty="0"/>
          </a:p>
          <a:p>
            <a:pPr marL="0" indent="0">
              <a:lnSpc>
                <a:spcPct val="120000"/>
              </a:lnSpc>
              <a:buNone/>
            </a:pPr>
            <a:r>
              <a:rPr lang="en-IN" dirty="0"/>
              <a:t> </a:t>
            </a:r>
            <a:r>
              <a:rPr lang="en-US" b="1" dirty="0"/>
              <a:t>SYSTEM CALLS USED</a:t>
            </a:r>
            <a:r>
              <a:rPr lang="en-US" sz="1900" b="1" dirty="0"/>
              <a:t>:   </a:t>
            </a:r>
            <a:r>
              <a:rPr lang="en-US" sz="1900" dirty="0"/>
              <a:t> pipe() – Creates pipe</a:t>
            </a:r>
            <a:br>
              <a:rPr lang="en-US" sz="1900" dirty="0"/>
            </a:br>
            <a:r>
              <a:rPr lang="en-US" sz="1900" dirty="0"/>
              <a:t>                                      fork()– Creates child process</a:t>
            </a:r>
            <a:br>
              <a:rPr lang="en-US" sz="1900" dirty="0"/>
            </a:br>
            <a:r>
              <a:rPr lang="en-US" sz="1900" dirty="0"/>
              <a:t>                                      read() – Reads from pipe</a:t>
            </a:r>
            <a:br>
              <a:rPr lang="en-US" sz="1900" dirty="0"/>
            </a:br>
            <a:r>
              <a:rPr lang="en-US" sz="1900" dirty="0"/>
              <a:t>                                      write() – Writes to pipe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7022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DB732-7CAE-14C7-70B3-387DCFB06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495090"/>
          </a:xfrm>
        </p:spPr>
        <p:txBody>
          <a:bodyPr>
            <a:normAutofit fontScale="90000"/>
          </a:bodyPr>
          <a:lstStyle/>
          <a:p>
            <a:r>
              <a:rPr lang="en-IN" dirty="0"/>
              <a:t>PROGRAM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1FE8FE-C98D-1A9D-9238-30C6C25AC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76" y="1255085"/>
            <a:ext cx="10726647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567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EAEB8-0DAD-2DF3-EE3D-7CAD7448A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35935"/>
            <a:ext cx="10058400" cy="1212113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FF9D0B-3C61-1BAB-6A89-584CF1A9F4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173" y="1935128"/>
            <a:ext cx="9484241" cy="212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684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DE05E-6F2E-840E-634B-108EF7191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IPC USING MESSAGE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700FE-B49F-FE29-663D-8D5265D3B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Message Queue allows communication using structured messages.</a:t>
            </a:r>
          </a:p>
          <a:p>
            <a:r>
              <a:rPr lang="en-IN" sz="2400" dirty="0"/>
              <a:t>Characteristics:</a:t>
            </a:r>
          </a:p>
          <a:p>
            <a:r>
              <a:rPr lang="en-IN" sz="2400" dirty="0"/>
              <a:t>• Supports bidirectional communication</a:t>
            </a:r>
            <a:br>
              <a:rPr lang="en-IN" sz="2400" dirty="0"/>
            </a:br>
            <a:r>
              <a:rPr lang="en-IN" sz="2400" dirty="0"/>
              <a:t>• Messages stored in kernel</a:t>
            </a:r>
            <a:br>
              <a:rPr lang="en-IN" sz="2400" dirty="0"/>
            </a:br>
            <a:r>
              <a:rPr lang="en-IN" sz="2400" dirty="0"/>
              <a:t>• Processes communicate using message types</a:t>
            </a:r>
            <a:br>
              <a:rPr lang="en-IN" sz="2400" dirty="0"/>
            </a:br>
            <a:r>
              <a:rPr lang="en-IN" sz="2400" dirty="0"/>
              <a:t>• More flexible than pipe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0578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41572-F7D5-AC1B-48C9-F660E2CC3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MESSAGE QUEUE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035F2-4D41-57BA-E363-E2B1B95A7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First process sends a string.</a:t>
            </a:r>
          </a:p>
          <a:p>
            <a:r>
              <a:rPr lang="en-US" sz="2400" dirty="0"/>
              <a:t>Second process reverses the string.</a:t>
            </a:r>
          </a:p>
          <a:p>
            <a:r>
              <a:rPr lang="en-US" sz="2400" dirty="0"/>
              <a:t>Second process sends reversed string back.</a:t>
            </a:r>
          </a:p>
          <a:p>
            <a:r>
              <a:rPr lang="en-US" sz="2400" dirty="0"/>
              <a:t>First process compares strings.</a:t>
            </a:r>
          </a:p>
          <a:p>
            <a:r>
              <a:rPr lang="en-US" sz="2400" dirty="0"/>
              <a:t>Displays whether the string is a palindrome or not.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912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C8F3C-5C33-DF9E-4857-E49B3C9A0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02" y="642594"/>
            <a:ext cx="9328298" cy="580150"/>
          </a:xfrm>
        </p:spPr>
        <p:txBody>
          <a:bodyPr>
            <a:normAutofit/>
          </a:bodyPr>
          <a:lstStyle/>
          <a:p>
            <a:r>
              <a:rPr lang="en-IN" sz="2400" dirty="0"/>
              <a:t>MESSAGE QUEUE ALGORITHM AND SYSTEM CALLS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034DF-6CBF-8533-C7AC-DEC5CD121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259" y="1416204"/>
            <a:ext cx="10705169" cy="4799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ALGORITHM:</a:t>
            </a:r>
          </a:p>
          <a:p>
            <a:r>
              <a:rPr lang="en-IN" dirty="0"/>
              <a:t>Create message queue using </a:t>
            </a:r>
            <a:r>
              <a:rPr lang="en-IN" dirty="0" err="1"/>
              <a:t>msgget</a:t>
            </a:r>
            <a:r>
              <a:rPr lang="en-IN" dirty="0"/>
              <a:t>().</a:t>
            </a:r>
          </a:p>
          <a:p>
            <a:r>
              <a:rPr lang="en-IN" dirty="0"/>
              <a:t>First process sends string using </a:t>
            </a:r>
            <a:r>
              <a:rPr lang="en-IN" dirty="0" err="1"/>
              <a:t>msgsnd</a:t>
            </a:r>
            <a:r>
              <a:rPr lang="en-IN" dirty="0"/>
              <a:t>().</a:t>
            </a:r>
          </a:p>
          <a:p>
            <a:r>
              <a:rPr lang="en-IN" dirty="0"/>
              <a:t>Second process receives string using </a:t>
            </a:r>
            <a:r>
              <a:rPr lang="en-IN" dirty="0" err="1"/>
              <a:t>msgrcv</a:t>
            </a:r>
            <a:r>
              <a:rPr lang="en-IN" dirty="0"/>
              <a:t>().</a:t>
            </a:r>
          </a:p>
          <a:p>
            <a:r>
              <a:rPr lang="en-IN" dirty="0"/>
              <a:t>Reverse the string.</a:t>
            </a:r>
          </a:p>
          <a:p>
            <a:r>
              <a:rPr lang="en-IN" dirty="0"/>
              <a:t>Send reversed string back.</a:t>
            </a:r>
          </a:p>
          <a:p>
            <a:r>
              <a:rPr lang="en-IN" dirty="0"/>
              <a:t>First process compares original and reversed strings.</a:t>
            </a:r>
          </a:p>
          <a:p>
            <a:r>
              <a:rPr lang="en-IN" dirty="0"/>
              <a:t>Print result.</a:t>
            </a:r>
          </a:p>
          <a:p>
            <a:endParaRPr lang="en-IN" dirty="0"/>
          </a:p>
          <a:p>
            <a:r>
              <a:rPr lang="en-IN" dirty="0"/>
              <a:t>SYSTEM CALLS USED: • </a:t>
            </a:r>
            <a:r>
              <a:rPr lang="en-IN" dirty="0" err="1"/>
              <a:t>msgget</a:t>
            </a:r>
            <a:r>
              <a:rPr lang="en-IN" dirty="0"/>
              <a:t>() – Creates message queue</a:t>
            </a:r>
            <a:br>
              <a:rPr lang="en-IN" dirty="0"/>
            </a:br>
            <a:r>
              <a:rPr lang="en-IN" dirty="0"/>
              <a:t>                                    • </a:t>
            </a:r>
            <a:r>
              <a:rPr lang="en-IN" dirty="0" err="1"/>
              <a:t>msgsnd</a:t>
            </a:r>
            <a:r>
              <a:rPr lang="en-IN" dirty="0"/>
              <a:t>() – Sends message</a:t>
            </a:r>
            <a:br>
              <a:rPr lang="en-IN" dirty="0"/>
            </a:br>
            <a:r>
              <a:rPr lang="en-IN" dirty="0"/>
              <a:t>                                    • </a:t>
            </a:r>
            <a:r>
              <a:rPr lang="en-IN" dirty="0" err="1"/>
              <a:t>msgrcv</a:t>
            </a:r>
            <a:r>
              <a:rPr lang="en-IN" dirty="0"/>
              <a:t>() – Receives message</a:t>
            </a:r>
            <a:br>
              <a:rPr lang="en-IN" dirty="0"/>
            </a:br>
            <a:r>
              <a:rPr lang="en-IN" dirty="0"/>
              <a:t>                                    • </a:t>
            </a:r>
            <a:r>
              <a:rPr lang="en-IN" dirty="0" err="1"/>
              <a:t>msgctl</a:t>
            </a:r>
            <a:r>
              <a:rPr lang="en-IN" dirty="0"/>
              <a:t>() – Deletes message queue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2271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F2434-CD35-7F60-FF6E-62F28C2D3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66FF7-057C-3AC0-6606-08F3E8743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495090"/>
          </a:xfrm>
        </p:spPr>
        <p:txBody>
          <a:bodyPr>
            <a:normAutofit fontScale="90000"/>
          </a:bodyPr>
          <a:lstStyle/>
          <a:p>
            <a:r>
              <a:rPr lang="en-IN" dirty="0"/>
              <a:t>PROGRAM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3C9085-2F24-5368-2E31-A34C849E9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458" y="1251835"/>
            <a:ext cx="10679015" cy="506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832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91992-8DBA-87F6-A56F-1C15DCC2D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3350" y="642594"/>
            <a:ext cx="8314659" cy="1371600"/>
          </a:xfrm>
        </p:spPr>
        <p:txBody>
          <a:bodyPr/>
          <a:lstStyle/>
          <a:p>
            <a:r>
              <a:rPr lang="en-IN" dirty="0"/>
              <a:t>                 OUTPUT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73EB17-3963-C721-88C1-FDB34C9B68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837" y="2325125"/>
            <a:ext cx="8952615" cy="20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738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BFA1E-E68D-D82D-D701-842B6FBE9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COMPARISON</a:t>
            </a:r>
            <a:b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6628FE-E7F5-8822-BF16-57EAB20934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2110051"/>
              </p:ext>
            </p:extLst>
          </p:nvPr>
        </p:nvGraphicFramePr>
        <p:xfrm>
          <a:off x="1066800" y="1684963"/>
          <a:ext cx="10058400" cy="4181585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1495113174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581178972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959325159"/>
                    </a:ext>
                  </a:extLst>
                </a:gridCol>
              </a:tblGrid>
              <a:tr h="836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       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              PIPE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       MESSAGE QUEUE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668271"/>
                  </a:ext>
                </a:extLst>
              </a:tr>
              <a:tr h="836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Communication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One-way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Two-way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335173"/>
                  </a:ext>
                </a:extLst>
              </a:tr>
              <a:tr h="836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Byte 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Structured message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237745"/>
                  </a:ext>
                </a:extLst>
              </a:tr>
              <a:tr h="836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Parent-Child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Any processes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526177"/>
                  </a:ext>
                </a:extLst>
              </a:tr>
              <a:tr h="836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Complexity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Simple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389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4431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9D035-7F1C-F25E-DB17-8538460AE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CONCLUSION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942F4-C608-45E9-B74A-16FDFA148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39074"/>
            <a:ext cx="10058400" cy="4195966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• IPC enables communication between processes.</a:t>
            </a:r>
            <a:br>
              <a:rPr lang="en-US" sz="2400" dirty="0"/>
            </a:br>
            <a:r>
              <a:rPr lang="en-US" sz="2400" dirty="0"/>
              <a:t>• Pipe provides simple one-way communication.</a:t>
            </a:r>
            <a:br>
              <a:rPr lang="en-US" sz="2400" dirty="0"/>
            </a:br>
            <a:r>
              <a:rPr lang="en-US" sz="2400" dirty="0"/>
              <a:t>• Message Queue allows structured two-way communication.</a:t>
            </a:r>
            <a:br>
              <a:rPr lang="en-US" sz="2400" dirty="0"/>
            </a:br>
            <a:r>
              <a:rPr lang="en-US" sz="2400" dirty="0"/>
              <a:t>• Both mechanisms were successfully implemented in C.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9918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1ABA7-945A-3ADF-98CD-8B8DD36D4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815120"/>
            <a:ext cx="10058400" cy="18082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5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762609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373545"/>
      </a:dk2>
      <a:lt2>
        <a:srgbClr val="BCD0E0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6793CD"/>
      </a:accent6>
      <a:hlink>
        <a:srgbClr val="6B9F25"/>
      </a:hlink>
      <a:folHlink>
        <a:srgbClr val="9F6715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913DB040-6816-4415-960D-8178C785755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415</TotalTime>
  <Words>489</Words>
  <Application>Microsoft Office PowerPoint</Application>
  <PresentationFormat>Widescreen</PresentationFormat>
  <Paragraphs>86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ADLaM Display</vt:lpstr>
      <vt:lpstr>Arial</vt:lpstr>
      <vt:lpstr>Cambria Math</vt:lpstr>
      <vt:lpstr>Century Gothic</vt:lpstr>
      <vt:lpstr>Savon</vt:lpstr>
      <vt:lpstr>Inter-Process Communication Using Pipe and Message Queue   </vt:lpstr>
      <vt:lpstr>OBJECTIVE</vt:lpstr>
      <vt:lpstr>Inter-Process Communication (IPC)</vt:lpstr>
      <vt:lpstr>IPC USING PIPE</vt:lpstr>
      <vt:lpstr>PIPE PROBLEM STATEMENT</vt:lpstr>
      <vt:lpstr>      PIPE ALGORITHM AND PIPE SYSTEM CALLS USED</vt:lpstr>
      <vt:lpstr>PROGRAM</vt:lpstr>
      <vt:lpstr>OUTPUT</vt:lpstr>
      <vt:lpstr>IPC USING MESSAGE QUEUE</vt:lpstr>
      <vt:lpstr>MESSAGE QUEUE PROBLEM STATEMENT</vt:lpstr>
      <vt:lpstr>MESSAGE QUEUE ALGORITHM AND SYSTEM CALLS USED</vt:lpstr>
      <vt:lpstr>PROGRAM</vt:lpstr>
      <vt:lpstr>                 OUTPUT </vt:lpstr>
      <vt:lpstr>COMPARISON 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Thej Prasanth</dc:creator>
  <cp:lastModifiedBy>Thej Prasanth</cp:lastModifiedBy>
  <cp:revision>3</cp:revision>
  <dcterms:created xsi:type="dcterms:W3CDTF">2026-03-01T04:45:21Z</dcterms:created>
  <dcterms:modified xsi:type="dcterms:W3CDTF">2026-07-12T17:01:52Z</dcterms:modified>
</cp:coreProperties>
</file>